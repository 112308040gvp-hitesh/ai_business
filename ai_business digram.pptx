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Business HR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9144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9144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Leaves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Attendance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7432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Tasks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560320" y="1280160"/>
            <a:ext cx="10972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128016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1280160"/>
            <a:ext cx="1097280" cy="128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0320" y="2194560"/>
            <a:ext cx="10972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310896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Super Admin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Manage Businesses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7432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Manage Employees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657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Approve Leave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5720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Apply Leave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03120" y="2194560"/>
            <a:ext cx="1554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03120" y="3108960"/>
            <a:ext cx="1554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03120" y="4023360"/>
            <a:ext cx="1554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03120" y="4937760"/>
            <a:ext cx="1554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DFD (Level 0)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Employee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219456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03520" y="219456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Class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Business</a:t>
            </a:r>
          </a:p>
          <a:p>
            <a:r>
              <a:t>id</a:t>
            </a:r>
          </a:p>
          <a:p>
            <a:r>
              <a:t>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Employee</a:t>
            </a:r>
          </a:p>
          <a:p>
            <a:r>
              <a:t>id</a:t>
            </a:r>
          </a:p>
          <a:p>
            <a:r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Leave</a:t>
            </a:r>
          </a:p>
          <a:p>
            <a:r>
              <a:t>id</a:t>
            </a:r>
          </a:p>
          <a:p>
            <a:r>
              <a:t>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7432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Attendance</a:t>
            </a:r>
          </a:p>
          <a:p>
            <a:r>
              <a:t>id</a:t>
            </a:r>
          </a:p>
          <a:p>
            <a:r>
              <a:t>punch_in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560320" y="1737360"/>
            <a:ext cx="10972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03520" y="173736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1737360"/>
            <a:ext cx="10972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Activity Diagram (Leave Process)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Apply Leave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Approve/Reject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19456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89120" y="219456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17920" y="219456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Sequence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Employee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16459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82880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03520" y="1828800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